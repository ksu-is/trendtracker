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" r="0" b="-182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62660" y="8342444"/>
            <a:ext cx="3773157" cy="5286384"/>
          </a:xfrm>
          <a:custGeom>
            <a:avLst/>
            <a:gdLst/>
            <a:ahLst/>
            <a:cxnLst/>
            <a:rect r="r" b="b" t="t" l="l"/>
            <a:pathLst>
              <a:path h="5286384" w="3773157">
                <a:moveTo>
                  <a:pt x="0" y="0"/>
                </a:moveTo>
                <a:lnTo>
                  <a:pt x="3773157" y="0"/>
                </a:lnTo>
                <a:lnTo>
                  <a:pt x="3773157" y="5286384"/>
                </a:lnTo>
                <a:lnTo>
                  <a:pt x="0" y="5286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30831" y="-1563499"/>
            <a:ext cx="4314338" cy="4114800"/>
          </a:xfrm>
          <a:custGeom>
            <a:avLst/>
            <a:gdLst/>
            <a:ahLst/>
            <a:cxnLst/>
            <a:rect r="r" b="b" t="t" l="l"/>
            <a:pathLst>
              <a:path h="4114800" w="4314338">
                <a:moveTo>
                  <a:pt x="0" y="0"/>
                </a:moveTo>
                <a:lnTo>
                  <a:pt x="4314338" y="0"/>
                </a:lnTo>
                <a:lnTo>
                  <a:pt x="4314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352046" y="-2249267"/>
            <a:ext cx="7975231" cy="8229600"/>
          </a:xfrm>
          <a:custGeom>
            <a:avLst/>
            <a:gdLst/>
            <a:ahLst/>
            <a:cxnLst/>
            <a:rect r="r" b="b" t="t" l="l"/>
            <a:pathLst>
              <a:path h="8229600" w="7975231">
                <a:moveTo>
                  <a:pt x="0" y="0"/>
                </a:moveTo>
                <a:lnTo>
                  <a:pt x="7975231" y="0"/>
                </a:lnTo>
                <a:lnTo>
                  <a:pt x="797523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65724" y="5806116"/>
            <a:ext cx="4798601" cy="4114800"/>
          </a:xfrm>
          <a:custGeom>
            <a:avLst/>
            <a:gdLst/>
            <a:ahLst/>
            <a:cxnLst/>
            <a:rect r="r" b="b" t="t" l="l"/>
            <a:pathLst>
              <a:path h="4114800" w="4798601">
                <a:moveTo>
                  <a:pt x="0" y="0"/>
                </a:moveTo>
                <a:lnTo>
                  <a:pt x="4798600" y="0"/>
                </a:lnTo>
                <a:lnTo>
                  <a:pt x="47986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30144" y="4632139"/>
            <a:ext cx="14706657" cy="8229600"/>
          </a:xfrm>
          <a:custGeom>
            <a:avLst/>
            <a:gdLst/>
            <a:ahLst/>
            <a:cxnLst/>
            <a:rect r="r" b="b" t="t" l="l"/>
            <a:pathLst>
              <a:path h="8229600" w="14706657">
                <a:moveTo>
                  <a:pt x="0" y="0"/>
                </a:moveTo>
                <a:lnTo>
                  <a:pt x="14706657" y="0"/>
                </a:lnTo>
                <a:lnTo>
                  <a:pt x="147066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DAHIepjChxk</dc:identifier>
  <dcterms:modified xsi:type="dcterms:W3CDTF">2011-08-01T06:04:30Z</dcterms:modified>
  <cp:revision>1</cp:revision>
  <dc:title>TrendTracker - Mariana Liandro de Souza</dc:title>
</cp:coreProperties>
</file>